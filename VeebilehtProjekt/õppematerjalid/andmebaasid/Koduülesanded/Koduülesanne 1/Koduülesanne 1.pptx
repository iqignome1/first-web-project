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23aa009d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23aa009d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23aa009d2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23aa009d2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23aa009d2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23aa009d2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23aa009d2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23aa009d2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Koduülesanne 1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 sz="1800">
                <a:solidFill>
                  <a:schemeClr val="dk1"/>
                </a:solidFill>
                <a:highlight>
                  <a:schemeClr val="lt1"/>
                </a:highlight>
              </a:rPr>
              <a:t>Andmebaasid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 sz="1800">
                <a:solidFill>
                  <a:schemeClr val="dk1"/>
                </a:solidFill>
                <a:highlight>
                  <a:schemeClr val="lt1"/>
                </a:highlight>
              </a:rPr>
              <a:t>2022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Ülesanne 1 (Решение не полностью верное)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788" y="572700"/>
            <a:ext cx="8064425" cy="453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Ülesanne 2 (Решение не полностью верное)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9975" y="572700"/>
            <a:ext cx="6864051" cy="452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Ülesanne 3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013" y="572700"/>
            <a:ext cx="8187976" cy="452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Ülesanne 4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600" y="572700"/>
            <a:ext cx="8148803" cy="452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