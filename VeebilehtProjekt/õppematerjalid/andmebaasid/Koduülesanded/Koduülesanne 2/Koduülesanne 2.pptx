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3aab66ad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3aab66ad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23aab66ad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23aab66ad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3aab66ad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23aab66ad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23aab66ad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23aab66ad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Koduülesanne 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 sz="1800">
                <a:solidFill>
                  <a:schemeClr val="dk1"/>
                </a:solidFill>
                <a:highlight>
                  <a:schemeClr val="lt1"/>
                </a:highlight>
              </a:rPr>
              <a:t>Andmebaasid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 sz="1800">
                <a:solidFill>
                  <a:schemeClr val="dk1"/>
                </a:solidFill>
                <a:highlight>
                  <a:schemeClr val="lt1"/>
                </a:highlight>
              </a:rPr>
              <a:t>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Ülesanne 1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4963" y="490750"/>
            <a:ext cx="8099725" cy="453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Ülesanne 2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725" y="572700"/>
            <a:ext cx="8108551" cy="453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Ülesanne 3 (1) (Решение не полностью верное)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338" y="572700"/>
            <a:ext cx="8373326" cy="4526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Ülesanne 3 (2)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363" y="572700"/>
            <a:ext cx="7411273" cy="45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